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CyroPay Ltd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Security &amp; Risk Dashboard</a:t>
            </a:r>
          </a:p>
          <a:p>
            <a:r>
              <a:t>Board Presentation –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93 ISO 27001 Annex A controls assessed</a:t>
            </a:r>
          </a:p>
          <a:p>
            <a:r>
              <a:t>• Compliance rate: 26.9%</a:t>
            </a:r>
          </a:p>
          <a:p>
            <a:r>
              <a:t>• 1 Critical risk and 4 High risks identified</a:t>
            </a:r>
          </a:p>
          <a:p>
            <a:r>
              <a:t>• 10 security policies approved and 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Organisational Controls: 10.8%</a:t>
            </a:r>
          </a:p>
          <a:p>
            <a:r>
              <a:t>People Controls: 50.0%</a:t>
            </a:r>
          </a:p>
          <a:p>
            <a:r>
              <a:t>Physical Controls: 64.3%</a:t>
            </a:r>
          </a:p>
          <a:p>
            <a:r>
              <a:t>Technological Controls: 23.5%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R001 – No Privileged Access Management (Critical)</a:t>
            </a:r>
          </a:p>
          <a:p>
            <a:r>
              <a:t>R007 – MFA not enforced (High)</a:t>
            </a:r>
          </a:p>
          <a:p>
            <a:r>
              <a:t>R002 – No vulnerability scanning (High)</a:t>
            </a:r>
          </a:p>
          <a:p>
            <a:r>
              <a:t>R005 – No incident response plan (High)</a:t>
            </a:r>
          </a:p>
          <a:p>
            <a:r>
              <a:t>R003 – No supplier assessments (High)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Remediation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Deploy PAM</a:t>
            </a:r>
          </a:p>
          <a:p>
            <a:r>
              <a:t>2. Enforce MFA</a:t>
            </a:r>
          </a:p>
          <a:p>
            <a:r>
              <a:t>3. Implement vulnerability scanning</a:t>
            </a:r>
          </a:p>
          <a:p>
            <a:r>
              <a:t>4. Develop Incident Response Plan</a:t>
            </a:r>
          </a:p>
          <a:p>
            <a:r>
              <a:t>5. Launch Vendor Risk Programme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security policies approved covering:</a:t>
            </a:r>
          </a:p>
          <a:p>
            <a:r>
              <a:t>• Information Security</a:t>
            </a:r>
          </a:p>
          <a:p>
            <a:r>
              <a:t>• Access Control</a:t>
            </a:r>
          </a:p>
          <a:p>
            <a:r>
              <a:t>• Authentication</a:t>
            </a:r>
          </a:p>
          <a:p>
            <a:r>
              <a:t>• Incident Response</a:t>
            </a:r>
          </a:p>
          <a:p>
            <a:r>
              <a:t>• Remote Working</a:t>
            </a:r>
          </a:p>
          <a:p>
            <a:r>
              <a:t>• Vendor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AWS: 94% (Low Risk)</a:t>
            </a:r>
          </a:p>
          <a:p>
            <a:r>
              <a:t>Stripe: 90% (Low Risk)</a:t>
            </a:r>
          </a:p>
          <a:p>
            <a:r>
              <a:t>Salesforce: 72% (Medium Risk)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GDPR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DPIA completed</a:t>
            </a:r>
          </a:p>
          <a:p>
            <a:r>
              <a:t>Privacy risks identified and mitigated</a:t>
            </a:r>
          </a:p>
          <a:p>
            <a:r>
              <a:t>Data handling and governance controls reviewed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Address Critical and High risks within 90 days</a:t>
            </a:r>
          </a:p>
          <a:p>
            <a:r>
              <a:t>• Conduct penetration testing</a:t>
            </a:r>
          </a:p>
          <a:p>
            <a:r>
              <a:t>• Expand security awareness programme</a:t>
            </a:r>
          </a:p>
          <a:p>
            <a:r>
              <a:t>• Prepare for ISO 27001 certification readiness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CyroPay has established a governance foundation but requires remediation of key technical and organisational risks before certification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